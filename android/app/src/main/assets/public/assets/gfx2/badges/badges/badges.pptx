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4DD7-0989-9DDE-B023-D79384E1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A6AFDBC-125D-7235-FDFA-AA0211A4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6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95582-AC8A-9C79-06E0-D1D3DD7C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FA97F178-C68B-719B-26D0-6DBE1BBAD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11221"/>
            <a:ext cx="1310046" cy="262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0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EF00-416E-F321-90FA-2E51F0F99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8940125-4A0E-2FB4-6A7E-DB9C6BF5C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2814421"/>
            <a:ext cx="1310046" cy="262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8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16F1-D2F3-CD09-088C-A17762FB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7584AC85-AF28-42B3-A7C4-41348FE6D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00" y="2931302"/>
            <a:ext cx="1310046" cy="262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1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FCD6A-8128-5B5B-A8D7-873D48F58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22C05B2C-E44E-7A5C-DE33-A22B7740E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3074894"/>
            <a:ext cx="1460500" cy="29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0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E885-0DB0-24EB-D975-F545023B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D1A0799B-77F3-6542-BA19-6A618EFF8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3239994"/>
            <a:ext cx="1460500" cy="29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3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C5B8B-4157-37FA-EB7C-F5ED07B5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3BA963CC-9638-1176-EB7D-F7CED18E7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0" y="3429000"/>
            <a:ext cx="1536700" cy="307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55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6ACF0-DAE1-D9B1-6720-4DC6207CD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F79CD4E4-0ADF-5930-81C4-BB25B5D06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3777724"/>
            <a:ext cx="1536700" cy="307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0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0D63-F4AB-0024-F1D1-CA4A788B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B1795A52-F3FC-F7DA-E621-07665ABB9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100" y="4323824"/>
            <a:ext cx="1536700" cy="307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5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A4021-A36E-6787-AF42-089C922A1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10DC4F7C-2E40-0B53-6138-2A0A5D5A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0" y="4439474"/>
            <a:ext cx="1675725" cy="335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100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10</cp:revision>
  <dcterms:created xsi:type="dcterms:W3CDTF">2026-04-20T10:10:15Z</dcterms:created>
  <dcterms:modified xsi:type="dcterms:W3CDTF">2026-04-20T11:40:30Z</dcterms:modified>
</cp:coreProperties>
</file>