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76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96" y="1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7AC015-84BD-91AD-E02F-6831406F6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E2DB73D-0BBE-426F-9710-F5F9BDAA6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1F5B18A-AA92-DE7D-4EC1-AC8536EFD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16075BB-0F74-8617-3F32-0368950C5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5D3ADFA-4671-98A6-C1F2-2C5D721D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501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8B16D0-F8B7-C470-7464-D5CF1BC1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F3FE3F2-95D3-7163-292F-DC211B8CF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EFB68C3-E752-82EA-34B3-AD1BE053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07C6744-1D72-407E-45E1-D05699C74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8EB87C-A017-CA5B-3D8D-A165AEB4F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904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1EAB71-33F5-67F7-9AD7-3D06B4926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9602FC4-500D-38E9-9E6E-CBD1CEC3C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0938834-1C6C-28F7-834E-78248473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D394112-2747-930C-EB57-E4515E71A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18E034F-5648-014C-879D-9484ECFF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8067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D092F6-FA00-1F81-F6E7-C254BBAE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F06638A-22FA-FB0F-D260-10EEBDD55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EF1F7B2-0412-C398-3B15-969F3E948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8C7DCF4-3C7D-2ABC-436A-468452959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F3FF666-FBFF-6891-F046-BB2D4407D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9BB8497-69B9-6A07-5F6B-08C5FA18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825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DECFAB-2790-95F5-B646-50CB8298F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5198317-F37F-A414-2C9C-944DE762A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FE97CEA-4570-5B66-8288-7D5C6DFED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CB04F05-D498-728E-4BA0-678FEE002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113224E-27C1-8E5C-7ABB-BA97F0C04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25ACF5A-A995-A28A-0282-7A8750EC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5B1275E-A5F5-CE5F-BE21-B3F0B1828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8606789-2CC2-60AA-0161-4D72AED9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3122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8D8892-93BA-1D0E-F01D-60644199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DBBF949-E4E6-C995-F6B4-2CF718795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7FBC211-FD6C-1D4D-A894-C544B9A5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7BB6CA7-D9BF-F2D6-60A5-9C9E07C69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49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C72D1F1-1E36-F3FC-9310-D22C3A890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6F1E15A-FCB3-63F0-AD73-78A7E729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85AD7FB-424A-F2E5-7F53-35D4C0E6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77992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819E01-49B7-5C3C-AAB0-5B002B9A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11F51A-2262-254B-AFBE-E87DB47FA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4134A65-1EB9-62CC-10EF-ADBD63F7A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1712350-52CF-9675-4E66-B6353298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1273D35-17F1-5A0A-0068-29CEA6A9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CAFDEDE-B7E8-0A04-6D7F-28643DB1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6724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21576B-C5F1-58BD-9F68-2A47E076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727E286-EAC1-8D63-8E20-238710CBA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CEC47ED-2AFC-877F-3ACE-6753F67C8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6A81FA0-66F9-5AA1-CD39-B593DE29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A844E2A-07C8-4F22-3939-3A0E658CD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B4316BD-CF84-ED85-F955-DFCF792E9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7797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836954-C66D-C4CC-D2CB-C13FD136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DB20378-73F7-25D8-F5C2-106A75C86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E9536A7-C97A-A7DC-813A-D771CC9F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5F617B8-0B21-23B6-C623-8BBAF6E5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2F75D88-216B-8A4E-B780-8127708B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22336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B57BF41-D063-7657-A035-E314EE18D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E64FE37-509D-6873-6D01-C5144637D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50A32AA-1B3F-BDAC-77CF-4C96B922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8D5DEDE-BA0B-EDA0-FB55-444A7F2D0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64BFC88-F1C1-FB01-3108-9DF00E5E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2545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513D177A-8DC1-4E64-2614-F7FD0DF1F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B58D8E7-FDEE-0855-F3E3-34B6B84C3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36FF3B3-053F-5984-451D-354434EB4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D1E2253-043C-A829-FBF9-0A5FF11CDA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36231A-B828-A34A-E6B7-59D210E4C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21536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94DD7-0989-9DDE-B023-D79384E13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33252077-FFD8-DA78-9EC0-0A03CB6C8E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4500" y="5455354"/>
            <a:ext cx="3445808" cy="327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206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C9EC3-5CB6-9D17-0253-2F538014D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3F4655F7-8AB3-BEF2-09AF-A1B904E7F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250" y="4432300"/>
            <a:ext cx="3333057" cy="317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279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92620-10E3-32C3-45D7-9FEF8C7AF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92FA2BC8-9F1F-DD48-EC59-1847A683F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014" y="3987800"/>
            <a:ext cx="2905794" cy="276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197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763F1-15AC-B0FB-5F5D-C7AA0A85B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5B569040-A806-C622-6EE3-A7BCD1EF5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142" y="3661488"/>
            <a:ext cx="2671108" cy="254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085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8D6C4-EED1-91D3-49F3-1886B77BC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F2F84550-6CE5-31AC-DF36-5A4C0FDE6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996" y="3429000"/>
            <a:ext cx="2381453" cy="226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667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18DCB-BD67-EF98-279D-ECE9D3F19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DFE64E5B-5FC5-24B7-B464-9C7ECA37D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897" y="3285770"/>
            <a:ext cx="2318404" cy="22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717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009FA-217A-5974-825B-2ECF391D0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3D733B92-4212-3651-56BD-AC7A0EB44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097" y="3286068"/>
            <a:ext cx="2064403" cy="196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122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F41C8-5BF9-0467-AC42-FD09AE73A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1D5B9696-D97D-E62C-14C3-73500F329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197" y="3184468"/>
            <a:ext cx="2064403" cy="196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804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9881B-28CB-E4C1-43AF-629DF8287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93889116-9768-6A15-1712-F8AFE70E6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4497" y="3120968"/>
            <a:ext cx="2064403" cy="196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392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FF0BB-FF28-5D97-4993-AD585C328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F8CCC94F-4934-6D0A-32E6-F6D2AE8F2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512" y="2851687"/>
            <a:ext cx="2248976" cy="213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37984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0</Words>
  <Application>Microsoft Office PowerPoint</Application>
  <PresentationFormat>Širokoúhlá obrazovka</PresentationFormat>
  <Paragraphs>0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Košťálek Jan</dc:creator>
  <cp:lastModifiedBy>Košťálek Jan</cp:lastModifiedBy>
  <cp:revision>11</cp:revision>
  <dcterms:created xsi:type="dcterms:W3CDTF">2026-04-20T10:10:15Z</dcterms:created>
  <dcterms:modified xsi:type="dcterms:W3CDTF">2026-04-20T11:39:58Z</dcterms:modified>
</cp:coreProperties>
</file>