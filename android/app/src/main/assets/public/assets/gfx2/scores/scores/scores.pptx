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96" y="1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7AC015-84BD-91AD-E02F-6831406F6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E2DB73D-0BBE-426F-9710-F5F9BDAA6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1F5B18A-AA92-DE7D-4EC1-AC8536EFD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16075BB-0F74-8617-3F32-0368950C5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5D3ADFA-4671-98A6-C1F2-2C5D721D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5014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8B16D0-F8B7-C470-7464-D5CF1BC1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F3FE3F2-95D3-7163-292F-DC211B8CF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EFB68C3-E752-82EA-34B3-AD1BE053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07C6744-1D72-407E-45E1-D05699C74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8EB87C-A017-CA5B-3D8D-A165AEB4F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904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1EAB71-33F5-67F7-9AD7-3D06B4926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9602FC4-500D-38E9-9E6E-CBD1CEC3C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0938834-1C6C-28F7-834E-78248473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D394112-2747-930C-EB57-E4515E71A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18E034F-5648-014C-879D-9484ECFF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8067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D092F6-FA00-1F81-F6E7-C254BBAE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F06638A-22FA-FB0F-D260-10EEBDD55B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EF1F7B2-0412-C398-3B15-969F3E948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8C7DCF4-3C7D-2ABC-436A-468452959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F3FF666-FBFF-6891-F046-BB2D4407D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9BB8497-69B9-6A07-5F6B-08C5FA18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825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DECFAB-2790-95F5-B646-50CB8298F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5198317-F37F-A414-2C9C-944DE762A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FE97CEA-4570-5B66-8288-7D5C6DFED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CB04F05-D498-728E-4BA0-678FEE002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113224E-27C1-8E5C-7ABB-BA97F0C04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25ACF5A-A995-A28A-0282-7A8750EC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5B1275E-A5F5-CE5F-BE21-B3F0B1828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98606789-2CC2-60AA-0161-4D72AED9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3122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8D8892-93BA-1D0E-F01D-606441994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DBBF949-E4E6-C995-F6B4-2CF718795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7FBC211-FD6C-1D4D-A894-C544B9A5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7BB6CA7-D9BF-F2D6-60A5-9C9E07C69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49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C72D1F1-1E36-F3FC-9310-D22C3A890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6F1E15A-FCB3-63F0-AD73-78A7E729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85AD7FB-424A-F2E5-7F53-35D4C0E6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77992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819E01-49B7-5C3C-AAB0-5B002B9A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11F51A-2262-254B-AFBE-E87DB47FA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4134A65-1EB9-62CC-10EF-ADBD63F7A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1712350-52CF-9675-4E66-B6353298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1273D35-17F1-5A0A-0068-29CEA6A9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CAFDEDE-B7E8-0A04-6D7F-28643DB1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6724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21576B-C5F1-58BD-9F68-2A47E076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727E286-EAC1-8D63-8E20-238710CBA0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CEC47ED-2AFC-877F-3ACE-6753F67C8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6A81FA0-66F9-5AA1-CD39-B593DE29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A844E2A-07C8-4F22-3939-3A0E658CD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B4316BD-CF84-ED85-F955-DFCF792E9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7797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836954-C66D-C4CC-D2CB-C13FD136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DB20378-73F7-25D8-F5C2-106A75C86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E9536A7-C97A-A7DC-813A-D771CC9F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5F617B8-0B21-23B6-C623-8BBAF6E5C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2F75D88-216B-8A4E-B780-8127708B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22336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B57BF41-D063-7657-A035-E314EE18D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E64FE37-509D-6873-6D01-C5144637D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50A32AA-1B3F-BDAC-77CF-4C96B922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8D5DEDE-BA0B-EDA0-FB55-444A7F2D0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64BFC88-F1C1-FB01-3108-9DF00E5E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2545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513D177A-8DC1-4E64-2614-F7FD0DF1F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B58D8E7-FDEE-0855-F3E3-34B6B84C3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36FF3B3-053F-5984-451D-354434EB4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D1E2253-043C-A829-FBF9-0A5FF11CDA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36231A-B828-A34A-E6B7-59D210E4C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21536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FF0BB-FF28-5D97-4993-AD585C328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F8CCC94F-4934-6D0A-32E6-F6D2AE8F2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512" y="2851687"/>
            <a:ext cx="2248976" cy="213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379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BB8DB-FC44-BFA3-EA3E-AE4688662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C9777A23-7520-D7FD-EE4E-0907CF2734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3848" y="2797003"/>
            <a:ext cx="1245452" cy="249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6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DB7C0-0225-53E6-B7BB-B99174425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A0D2578C-3935-EBDD-5CEB-4B0A66ADAB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022600"/>
            <a:ext cx="1296694" cy="259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594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83654-D931-16E1-F9B5-93601007F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AF85D49C-4F5A-1E3D-4A76-7A64794F82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1" y="3162300"/>
            <a:ext cx="1467497" cy="2934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10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3EEE9-E4A6-32CE-59A5-9A1836A0F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2C13DEA2-C7F2-7E36-3DC9-155D1FF48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101" y="3608096"/>
            <a:ext cx="1511299" cy="302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867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A3112-7F42-C605-E4CC-0245AFEB5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20CA12F6-F7C5-6333-A934-6AB949A24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500" y="3590016"/>
            <a:ext cx="1739900" cy="347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671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5C44C-7015-18C4-8B8B-FF0D83EE5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F1B6C300-4DE3-BDE4-B175-B9B6D83DB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300" y="3869416"/>
            <a:ext cx="1828800" cy="365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840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6289B-4DD3-86C8-A399-13183AF89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730C5BA3-C49F-A921-46EA-524A5DD335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800" y="4085316"/>
            <a:ext cx="1993900" cy="398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617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A95B1-76B4-42BC-C73D-46468227F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E4B03F00-1773-50B1-3672-0413ECDDF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900" y="4508500"/>
            <a:ext cx="2171700" cy="434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883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58842-719B-D87B-53D7-D580C7B3C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263D3897-FAE2-BFE7-4239-6D65094684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4902200"/>
            <a:ext cx="2286000" cy="457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728259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0</Words>
  <Application>Microsoft Office PowerPoint</Application>
  <PresentationFormat>Širokoúhlá obrazovka</PresentationFormat>
  <Paragraphs>0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Košťálek Jan</dc:creator>
  <cp:lastModifiedBy>Košťálek Jan</cp:lastModifiedBy>
  <cp:revision>12</cp:revision>
  <dcterms:created xsi:type="dcterms:W3CDTF">2026-04-20T10:10:15Z</dcterms:created>
  <dcterms:modified xsi:type="dcterms:W3CDTF">2026-04-20T11:39:25Z</dcterms:modified>
</cp:coreProperties>
</file>