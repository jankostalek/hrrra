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78" r:id="rId3"/>
    <p:sldId id="279" r:id="rId4"/>
    <p:sldId id="280" r:id="rId5"/>
    <p:sldId id="281" r:id="rId6"/>
    <p:sldId id="282" r:id="rId7"/>
    <p:sldId id="283" r:id="rId8"/>
    <p:sldId id="284" r:id="rId9"/>
    <p:sldId id="277" r:id="rId10"/>
    <p:sldId id="285" r:id="rId11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96" y="15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E7AC015-84BD-91AD-E02F-6831406F6E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6E2DB73D-0BBE-426F-9710-F5F9BDAA6C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1F5B18A-AA92-DE7D-4EC1-AC8536EFD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16075BB-0F74-8617-3F32-0368950C5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5D3ADFA-4671-98A6-C1F2-2C5D721DC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05014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E8B16D0-F8B7-C470-7464-D5CF1BC1E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F3FE3F2-95D3-7163-292F-DC211B8CF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EFB68C3-E752-82EA-34B3-AD1BE0536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07C6744-1D72-407E-45E1-D05699C74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48EB87C-A017-CA5B-3D8D-A165AEB4F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89042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81EAB71-33F5-67F7-9AD7-3D06B4926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9602FC4-500D-38E9-9E6E-CBD1CEC3C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0938834-1C6C-28F7-834E-78248473B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D394112-2747-930C-EB57-E4515E71A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18E034F-5648-014C-879D-9484ECFFC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88067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8D092F6-FA00-1F81-F6E7-C254BBAEF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F06638A-22FA-FB0F-D260-10EEBDD55B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FEF1F7B2-0412-C398-3B15-969F3E9487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78C7DCF4-3C7D-2ABC-436A-468452959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AF3FF666-FBFF-6891-F046-BB2D4407D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89BB8497-69B9-6A07-5F6B-08C5FA18D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88256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5DECFAB-2790-95F5-B646-50CB8298F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5198317-F37F-A414-2C9C-944DE762A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AFE97CEA-4570-5B66-8288-7D5C6DFED9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4CB04F05-D498-728E-4BA0-678FEE002E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E113224E-27C1-8E5C-7ABB-BA97F0C040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025ACF5A-A995-A28A-0282-7A8750EC7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05B1275E-A5F5-CE5F-BE21-B3F0B1828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98606789-2CC2-60AA-0161-4D72AED95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31225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58D8892-93BA-1D0E-F01D-606441994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3DBBF949-E4E6-C995-F6B4-2CF718795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57FBC211-FD6C-1D4D-A894-C544B9A5C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7BB6CA7-D9BF-F2D6-60A5-9C9E07C69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55491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FC72D1F1-1E36-F3FC-9310-D22C3A890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66F1E15A-FCB3-63F0-AD73-78A7E7293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985AD7FB-424A-F2E5-7F53-35D4C0E6A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77992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2819E01-49B7-5C3C-AAB0-5B002B9A1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611F51A-2262-254B-AFBE-E87DB47FA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4134A65-1EB9-62CC-10EF-ADBD63F7AE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1712350-52CF-9675-4E66-B6353298E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31273D35-17F1-5A0A-0068-29CEA6A9D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1CAFDEDE-B7E8-0A04-6D7F-28643DB10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86724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621576B-C5F1-58BD-9F68-2A47E076A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E727E286-EAC1-8D63-8E20-238710CBA0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2CEC47ED-2AFC-877F-3ACE-6753F67C8E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16A81FA0-66F9-5AA1-CD39-B593DE298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A844E2A-07C8-4F22-3939-3A0E658CD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B4316BD-CF84-ED85-F955-DFCF792E9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77797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F836954-C66D-C4CC-D2CB-C13FD1364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2DB20378-73F7-25D8-F5C2-106A75C867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E9536A7-C97A-A7DC-813A-D771CC9F0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5F617B8-0B21-23B6-C623-8BBAF6E5C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2F75D88-216B-8A4E-B780-8127708B3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22336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DB57BF41-D063-7657-A035-E314EE18DC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FE64FE37-509D-6873-6D01-C5144637DB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50A32AA-1B3F-BDAC-77CF-4C96B9222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8D5DEDE-BA0B-EDA0-FB55-444A7F2D0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64BFC88-F1C1-FB01-3108-9DF00E5EE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25452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513D177A-8DC1-4E64-2614-F7FD0DF1F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B58D8E7-FDEE-0855-F3E3-34B6B84C37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36FF3B3-053F-5984-451D-354434EB47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250464-F6D0-4087-B3B8-53502EBC94D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D1E2253-043C-A829-FBF9-0A5FF11CDA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436231A-B828-A34A-E6B7-59D210E4C4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C90B71-0917-44BD-A604-5A4D833622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21536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FF0BB-FF28-5D97-4993-AD585C328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>
            <a:extLst>
              <a:ext uri="{FF2B5EF4-FFF2-40B4-BE49-F238E27FC236}">
                <a16:creationId xmlns:a16="http://schemas.microsoft.com/office/drawing/2014/main" id="{A4771D8F-9548-1745-866E-72C852772A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7409" y="5605139"/>
            <a:ext cx="3600360" cy="3424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379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7E2DC-2E2E-2D56-0644-E152E7A52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>
            <a:extLst>
              <a:ext uri="{FF2B5EF4-FFF2-40B4-BE49-F238E27FC236}">
                <a16:creationId xmlns:a16="http://schemas.microsoft.com/office/drawing/2014/main" id="{A7E687D8-9E97-AD90-95E9-6A2165107C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1609" y="5143500"/>
            <a:ext cx="3337988" cy="317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915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DED0F-D0D6-A257-9440-58724587C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>
            <a:extLst>
              <a:ext uri="{FF2B5EF4-FFF2-40B4-BE49-F238E27FC236}">
                <a16:creationId xmlns:a16="http://schemas.microsoft.com/office/drawing/2014/main" id="{89AB9893-1B16-C0CF-CB69-127EE27DB1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0710" y="4711700"/>
            <a:ext cx="2857318" cy="271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171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34848-9DDE-17C9-10A1-8390620C5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>
            <a:extLst>
              <a:ext uri="{FF2B5EF4-FFF2-40B4-BE49-F238E27FC236}">
                <a16:creationId xmlns:a16="http://schemas.microsoft.com/office/drawing/2014/main" id="{33E1EA05-02EF-266C-A685-00B9AC1900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510" y="4254499"/>
            <a:ext cx="2729920" cy="2596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361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797C0-62B6-DB8C-23EA-35523F1FB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A648C716-0D07-6C8C-D838-A8B25353EA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4013200"/>
            <a:ext cx="2438739" cy="2319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549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EACD1-9990-4C28-AFDD-04CD23C5A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56462469-F2F8-5560-E8AB-FD3318A680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1491" y="3604016"/>
            <a:ext cx="2401609" cy="2284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706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EEC1F-C303-6881-D998-615A30F96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>
            <a:extLst>
              <a:ext uri="{FF2B5EF4-FFF2-40B4-BE49-F238E27FC236}">
                <a16:creationId xmlns:a16="http://schemas.microsoft.com/office/drawing/2014/main" id="{140DB627-E7B2-82CA-FBB5-16BBE2902E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235" y="3248323"/>
            <a:ext cx="2159365" cy="2053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214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B46DD-0EEC-5F01-6667-92DDA727E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>
            <a:extLst>
              <a:ext uri="{FF2B5EF4-FFF2-40B4-BE49-F238E27FC236}">
                <a16:creationId xmlns:a16="http://schemas.microsoft.com/office/drawing/2014/main" id="{D1F27A6F-16AE-E741-E2C6-88D10C6924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5136" y="3073400"/>
            <a:ext cx="2156340" cy="205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933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CA73D-E6E8-7A7E-25DE-593B41355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5283AC2C-AB14-1E16-D1EC-21E16CDB5D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8736" y="2939798"/>
            <a:ext cx="2156340" cy="205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867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BC85B-C68A-52C2-43D4-A600766CA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780641C0-209C-BBA9-231D-E8B4F93471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1512" y="2851687"/>
            <a:ext cx="2248976" cy="213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923294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0</Words>
  <Application>Microsoft Office PowerPoint</Application>
  <PresentationFormat>Širokoúhlá obrazovka</PresentationFormat>
  <Paragraphs>0</Paragraphs>
  <Slides>10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Motiv Office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Košťálek Jan</dc:creator>
  <cp:lastModifiedBy>Košťálek Jan</cp:lastModifiedBy>
  <cp:revision>13</cp:revision>
  <dcterms:created xsi:type="dcterms:W3CDTF">2026-04-20T10:10:15Z</dcterms:created>
  <dcterms:modified xsi:type="dcterms:W3CDTF">2026-04-20T11:38:57Z</dcterms:modified>
</cp:coreProperties>
</file>