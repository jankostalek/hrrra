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FBA3-197A-8868-1943-1C2F187C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FF7DADE-38EC-2EFC-4D18-C011E0977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49A5-7E51-EFD8-0C18-DE271629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8B4D856A-2F2F-6667-9574-9FAF12ECA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612" y="28389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6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82C5-B33A-EE31-46C1-ECC9A6DD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D412AA5-ED1B-957F-2881-C7CF929CD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34690"/>
            <a:ext cx="2171700" cy="206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1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147D-93E4-BBAC-9529-A49DABD1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813AFEB-0666-18EF-2943-A7C03B80B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2600868"/>
            <a:ext cx="2032000" cy="19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4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D12-7B60-1BBF-54DD-0F41C8EF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049B8F-6977-A233-51E5-C23546A95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616209"/>
            <a:ext cx="1866900" cy="177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3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0EFB-4DB5-A46D-7265-1E466B4C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0380FF3-C81E-1852-25F4-7A9BF7B1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608444"/>
            <a:ext cx="1447800" cy="137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6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1E0A-36F9-C6C5-2CC4-A30D02AB0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8F7DF39-7924-5ECA-C33B-035EB1B46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225939"/>
            <a:ext cx="1264821" cy="120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8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B37F-7DC9-C448-3F31-5397897A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166A965-3617-8D93-38B9-26DA17122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801" y="2220690"/>
            <a:ext cx="1003300" cy="9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5F62A-48CC-34C1-47C0-E09C8F2E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966BD47B-5549-E3A4-F9FA-1C141D95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101" y="2114750"/>
            <a:ext cx="914399" cy="86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5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6EE4-930E-EDCD-6761-5116E74CE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EFEEC6B-A2C3-6232-1145-2F632992C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301" y="1949650"/>
            <a:ext cx="914399" cy="86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8630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7</cp:revision>
  <dcterms:created xsi:type="dcterms:W3CDTF">2026-04-20T10:10:15Z</dcterms:created>
  <dcterms:modified xsi:type="dcterms:W3CDTF">2026-04-20T11:41:26Z</dcterms:modified>
</cp:coreProperties>
</file>