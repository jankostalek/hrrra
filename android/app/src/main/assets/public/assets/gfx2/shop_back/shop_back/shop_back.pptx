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85" r:id="rId10"/>
    <p:sldId id="294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14831-6D16-54F0-0EAE-07A7F97C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A9AC453-0511-825C-9300-03345CC3E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260" y="3048000"/>
            <a:ext cx="695593" cy="139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2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1DDC-6FC1-DE06-C906-119C17BE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75A3850-9EBA-8709-2CAE-4880EE7CE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160" y="3162300"/>
            <a:ext cx="695593" cy="139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9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DC498-C97C-8D7F-5BE4-F5264D98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8D5133D-616B-1549-55AF-420B08312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460" y="3113506"/>
            <a:ext cx="726340" cy="145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5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4CEC-9881-EDF4-B8CA-0BE412A1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7F9BACF-B079-DE6F-8C59-8EC446C3B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59" y="3035300"/>
            <a:ext cx="784493" cy="156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2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6689-9746-978F-8D29-8FD323A1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175B1A4-A61B-CE5C-2E95-A484FE697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959" y="2846804"/>
            <a:ext cx="891441" cy="17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7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DBB3-0364-A38A-9490-5779E94D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6733089-256C-F461-FE3C-A8DB1DDB4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659" y="2808704"/>
            <a:ext cx="967641" cy="19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1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5940-37A8-7512-9B0E-678D8B9C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CF6046B-CA1F-C759-DB10-FA29CC474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59" y="2745204"/>
            <a:ext cx="1107341" cy="22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3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DAEC-85EC-DBBB-EC23-ECF792A7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944F581-936B-79A6-A9B5-AC89CBF3C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859" y="2834104"/>
            <a:ext cx="1196241" cy="239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8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C85B-C68A-52C2-43D4-A600766C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2765206B-76DD-512A-DBFC-2E7151350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359" y="2851687"/>
            <a:ext cx="1196241" cy="239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2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3DE1-03D3-3325-BFA1-4B4CAC63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3C9D99F-078E-B302-6C84-706F32F6B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0719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15</cp:revision>
  <dcterms:created xsi:type="dcterms:W3CDTF">2026-04-20T10:10:15Z</dcterms:created>
  <dcterms:modified xsi:type="dcterms:W3CDTF">2026-04-20T11:38:02Z</dcterms:modified>
</cp:coreProperties>
</file>