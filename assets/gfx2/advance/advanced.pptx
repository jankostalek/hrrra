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5EAAB-EAB4-747D-EA3A-6A160857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E6DBC185-BC83-EC90-54D3-6DBFDC272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80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7527A-9E48-39C2-DB26-16A1FA6F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DF4F8BC-7CB9-FC13-5266-C826CB000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38987"/>
            <a:ext cx="2248976" cy="213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44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2E470-05D5-BD0C-B31F-102C3A0E2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048D931-A894-02BA-98DC-6035CA8F9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652558"/>
            <a:ext cx="2191288" cy="208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8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3768-00E7-4950-E99F-B3D2DB27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81F968ED-57DB-4C13-478A-C4A407CF1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456" y="2419475"/>
            <a:ext cx="2122697" cy="201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8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9B692-A8E6-B8E0-6CE6-524CA590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69C2DE2-712D-C2AF-6ACE-8F815EB89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957" y="2319707"/>
            <a:ext cx="1933844" cy="183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7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2A4C4-DDEF-19D9-B846-E931A2CA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40192B19-C85C-B95F-994A-DDD8A9449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259" y="2263238"/>
            <a:ext cx="1714841" cy="163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63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D1A99-40D0-6F6D-29ED-155F6B11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A91E44E3-F514-07E7-C175-38593CFF7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960" y="2197557"/>
            <a:ext cx="1410040" cy="134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869D-8405-5FA6-90B6-CB1C6546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828EE1F-2677-1252-6185-4B7454B21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035" y="1905959"/>
            <a:ext cx="955665" cy="90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1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EC234-CABC-2357-5449-D22162FE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A37B3065-5223-53CF-7D64-00DC0B72C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835" y="1962254"/>
            <a:ext cx="600063" cy="57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80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539B7-FD4A-F46D-4484-EF641EA40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0FF7CD9A-ED55-49B1-969D-E01BC4C0F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5" y="1562100"/>
            <a:ext cx="406569" cy="38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3320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5</cp:revision>
  <dcterms:created xsi:type="dcterms:W3CDTF">2026-04-20T10:10:15Z</dcterms:created>
  <dcterms:modified xsi:type="dcterms:W3CDTF">2026-04-20T11:42:24Z</dcterms:modified>
</cp:coreProperties>
</file>