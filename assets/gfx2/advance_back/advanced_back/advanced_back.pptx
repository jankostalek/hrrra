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74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5EAAB-EAB4-747D-EA3A-6A160857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42DC8038-D840-06F0-E985-DAF33ACE3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1485900"/>
            <a:ext cx="279806" cy="55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7639-A3D0-CAEF-F725-CF0E4E98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03543B88-12C3-6DEA-FB90-90BE6B970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0" y="2070912"/>
            <a:ext cx="4953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F612-FA9F-423D-A1DF-529AB632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90E00E31-2075-BFB4-9925-79595A57A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300" y="2032812"/>
            <a:ext cx="5842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7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3BB7-45BD-FDDC-85AE-2A8D462A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89EFD3B7-FD0A-7F9D-FF76-E67CE53CB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912" y="1944724"/>
            <a:ext cx="608788" cy="121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2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C36D8-9188-8DBF-3810-391021CA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4EA5DAE-4A2E-025D-BEFE-549DAD2A1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711" y="2108200"/>
            <a:ext cx="658681" cy="13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2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BE27-AD65-6F7F-DEBD-12BFBA5E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3DFAC108-40EC-6749-B7FF-CCECE258C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921" y="2030184"/>
            <a:ext cx="1010558" cy="202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9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79A93-BE3A-9088-F2E2-9B56E1F2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248EC6B3-309B-8B43-A910-C96572D45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127" y="2225817"/>
            <a:ext cx="1199745" cy="239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5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52029-4C8E-00FD-2CB2-2DDCA356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A1B08E3D-563C-5FBE-F302-C608523AD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421" y="2286000"/>
            <a:ext cx="1336770" cy="267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83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CC70-89DE-B978-E745-C235D787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DAEE3F92-075B-9C73-B6F6-2A1FBC8A8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121" y="2539280"/>
            <a:ext cx="1343480" cy="268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2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AFBA3-197A-8868-1943-1C2F187C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FF7DADE-38EC-2EFC-4D18-C011E0977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876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6</cp:revision>
  <dcterms:created xsi:type="dcterms:W3CDTF">2026-04-20T10:10:15Z</dcterms:created>
  <dcterms:modified xsi:type="dcterms:W3CDTF">2026-04-20T11:41:57Z</dcterms:modified>
</cp:coreProperties>
</file>