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73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BB15-5863-9F48-DD0D-6F86EAAF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C9F1DA0-CB6B-E097-2E64-B57F1CD38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2" y="1892299"/>
            <a:ext cx="6667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58D1-25A2-C556-2B9E-F995BC86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8D28ED4-EA64-804A-908D-9EAC34FD0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812" y="1905824"/>
            <a:ext cx="761588" cy="152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2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D36C-4D8E-F8FC-C74F-5FDEEE89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4243578-9E13-27E8-8A7D-5923C0D20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12" y="1880424"/>
            <a:ext cx="825088" cy="16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4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CCDD-0C91-8C1C-550C-A30561A9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717489B-E15A-68FD-0EFD-C62977CEE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312" y="1880424"/>
            <a:ext cx="939388" cy="187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0C78-0173-57FB-3A6B-EC162810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0E27D6B-4AAC-1DBC-19C1-C0E4AD96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12" y="2045524"/>
            <a:ext cx="964788" cy="192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7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432B-04E0-274B-6D07-9CF7E73C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226208B-45F1-FE51-0744-9676D0408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812" y="2096324"/>
            <a:ext cx="1142588" cy="228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4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0F64-C6AB-EEC2-ECCB-221A66DF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5A6E841-C14E-AE23-CE70-C6619755C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12" y="2181373"/>
            <a:ext cx="1193388" cy="238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3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6729-9CEB-409C-810F-EF2558E5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006B104-2A91-C3E0-4D3F-36228F866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512" y="2257573"/>
            <a:ext cx="1269588" cy="25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2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5E26-8FBB-7DBB-5874-0B550FDF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0DA20A1-3FC2-A783-7BB4-49F5C1245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712" y="2511573"/>
            <a:ext cx="1269588" cy="25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2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EAAB-EAB4-747D-EA3A-6A1608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6DBC185-BC83-EC90-54D3-6DBFDC272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081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4</cp:revision>
  <dcterms:created xsi:type="dcterms:W3CDTF">2026-04-20T10:10:15Z</dcterms:created>
  <dcterms:modified xsi:type="dcterms:W3CDTF">2026-04-20T11:42:51Z</dcterms:modified>
</cp:coreProperties>
</file>