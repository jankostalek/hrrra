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76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75" r:id="rId11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96" y="15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E7AC015-84BD-91AD-E02F-6831406F6E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6E2DB73D-0BBE-426F-9710-F5F9BDAA6C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1F5B18A-AA92-DE7D-4EC1-AC8536EFD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16075BB-0F74-8617-3F32-0368950C5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5D3ADFA-4671-98A6-C1F2-2C5D721DC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05014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E8B16D0-F8B7-C470-7464-D5CF1BC1E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F3FE3F2-95D3-7163-292F-DC211B8CF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EFB68C3-E752-82EA-34B3-AD1BE0536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07C6744-1D72-407E-45E1-D05699C74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48EB87C-A017-CA5B-3D8D-A165AEB4F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89042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81EAB71-33F5-67F7-9AD7-3D06B4926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9602FC4-500D-38E9-9E6E-CBD1CEC3C8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0938834-1C6C-28F7-834E-78248473B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D394112-2747-930C-EB57-E4515E71A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18E034F-5648-014C-879D-9484ECFFC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88067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8D092F6-FA00-1F81-F6E7-C254BBAEF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F06638A-22FA-FB0F-D260-10EEBDD55B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FEF1F7B2-0412-C398-3B15-969F3E9487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78C7DCF4-3C7D-2ABC-436A-468452959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AF3FF666-FBFF-6891-F046-BB2D4407D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89BB8497-69B9-6A07-5F6B-08C5FA18D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88256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5DECFAB-2790-95F5-B646-50CB8298F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5198317-F37F-A414-2C9C-944DE762A7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AFE97CEA-4570-5B66-8288-7D5C6DFED9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4CB04F05-D498-728E-4BA0-678FEE002E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E113224E-27C1-8E5C-7ABB-BA97F0C040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025ACF5A-A995-A28A-0282-7A8750EC7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05B1275E-A5F5-CE5F-BE21-B3F0B1828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98606789-2CC2-60AA-0161-4D72AED95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31225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58D8892-93BA-1D0E-F01D-606441994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3DBBF949-E4E6-C995-F6B4-2CF718795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57FBC211-FD6C-1D4D-A894-C544B9A5C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7BB6CA7-D9BF-F2D6-60A5-9C9E07C69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55491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FC72D1F1-1E36-F3FC-9310-D22C3A890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66F1E15A-FCB3-63F0-AD73-78A7E7293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985AD7FB-424A-F2E5-7F53-35D4C0E6A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77992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2819E01-49B7-5C3C-AAB0-5B002B9A1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611F51A-2262-254B-AFBE-E87DB47FA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B4134A65-1EB9-62CC-10EF-ADBD63F7AE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1712350-52CF-9675-4E66-B6353298E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31273D35-17F1-5A0A-0068-29CEA6A9D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1CAFDEDE-B7E8-0A04-6D7F-28643DB10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86724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621576B-C5F1-58BD-9F68-2A47E076A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E727E286-EAC1-8D63-8E20-238710CBA0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2CEC47ED-2AFC-877F-3ACE-6753F67C8E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16A81FA0-66F9-5AA1-CD39-B593DE298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A844E2A-07C8-4F22-3939-3A0E658CD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DB4316BD-CF84-ED85-F955-DFCF792E9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77797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F836954-C66D-C4CC-D2CB-C13FD1364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2DB20378-73F7-25D8-F5C2-106A75C867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E9536A7-C97A-A7DC-813A-D771CC9F0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5F617B8-0B21-23B6-C623-8BBAF6E5C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2F75D88-216B-8A4E-B780-8127708B3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22336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DB57BF41-D063-7657-A035-E314EE18DC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FE64FE37-509D-6873-6D01-C5144637DB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50A32AA-1B3F-BDAC-77CF-4C96B9222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8D5DEDE-BA0B-EDA0-FB55-444A7F2D0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64BFC88-F1C1-FB01-3108-9DF00E5EE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25452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513D177A-8DC1-4E64-2614-F7FD0DF1F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9B58D8E7-FDEE-0855-F3E3-34B6B84C37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36FF3B3-053F-5984-451D-354434EB47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D1E2253-043C-A829-FBF9-0A5FF11CDA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436231A-B828-A34A-E6B7-59D210E4C4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21536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AFBA3-197A-8868-1943-1C2F187C9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317CF314-65E0-A103-D597-4F8BBFF364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9600" y="1759487"/>
            <a:ext cx="546100" cy="109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087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810B5-4A6F-296D-0ECD-4BFCC2324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C9196131-5575-D82E-AECE-398F63D49D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4300" y="1759487"/>
            <a:ext cx="6096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772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58453-A1A9-0BCF-4887-273A71283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D4F41264-849D-9109-49BB-15AE698515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00" y="1810287"/>
            <a:ext cx="698500" cy="139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08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8F99C-1B05-D375-BA75-20909B0B1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1166272E-DBC5-F0ED-48A3-64811393E5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4900" y="1988087"/>
            <a:ext cx="8001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378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C47B5-170C-9591-4D43-AFFC133D9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28837C93-0548-690C-02ED-55871D8CE5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400" y="2407187"/>
            <a:ext cx="876300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1551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FC2E7-975A-A95E-3DD5-0A64E8797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B3CA69E9-0918-F49F-1622-CD27A242C8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5400" y="2346061"/>
            <a:ext cx="977900" cy="195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746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ABFA4-6817-D899-9757-F3DBFFB94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A37839F6-E0CF-895C-A28D-D1B7D0EF94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2500" y="2422261"/>
            <a:ext cx="990600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117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7734C-D00F-1D8B-A5ED-D3EA62BC7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B9E3879B-42F7-773E-605D-B40E9345AF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0700" y="2654300"/>
            <a:ext cx="1123950" cy="224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762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C607C-4163-6869-C1D0-7EFB1680C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AEDE4143-4833-7ADA-6C7A-7A2D433ADD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300" y="2841361"/>
            <a:ext cx="1206500" cy="241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2500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94DD7-0989-9DDE-B023-D79384E13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FA6AFDBC-125D-7235-FDFA-AA0211A4E2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1512" y="2851687"/>
            <a:ext cx="2248976" cy="213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206894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0</Words>
  <Application>Microsoft Office PowerPoint</Application>
  <PresentationFormat>Širokoúhlá obrazovka</PresentationFormat>
  <Paragraphs>0</Paragraphs>
  <Slides>10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Motiv Office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Košťálek Jan</dc:creator>
  <cp:lastModifiedBy>Košťálek Jan</cp:lastModifiedBy>
  <cp:revision>9</cp:revision>
  <dcterms:created xsi:type="dcterms:W3CDTF">2026-04-20T10:10:15Z</dcterms:created>
  <dcterms:modified xsi:type="dcterms:W3CDTF">2026-04-20T11:40:59Z</dcterms:modified>
</cp:coreProperties>
</file>