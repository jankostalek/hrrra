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BC85B-C68A-52C2-43D4-A600766CA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80641C0-209C-BBA9-231D-E8B4F9347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2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B5B3-485E-5B38-ACEC-674183069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CB0BDD0D-F716-FE9E-F147-34137D2FB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912" y="28897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56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1BADF-BA62-9E6F-3A5F-E7C303264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2C6A90B-8F92-58AB-9320-F8EA0F13A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897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2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A5493-F744-AC6A-D7AF-5010E6B06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8346D07-F8E2-4CC6-CF7C-66925D045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00" y="3059929"/>
            <a:ext cx="2070100" cy="196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16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150ED-4A0E-626C-A7E6-6A136FEE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9F4DB401-FE7C-E423-FA25-6565885A3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900" y="2980008"/>
            <a:ext cx="1993900" cy="189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37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8D1A7-011D-CCEB-D4BD-DB740E7B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BCF3C32-B255-1234-F9D2-96F389A0A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100" y="3060700"/>
            <a:ext cx="1842306" cy="175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510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7EDDD-8F10-C5DB-A9D3-7C7F78041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51E38F62-AAFA-2C5F-F7C8-2388706B3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3178544"/>
            <a:ext cx="1638300" cy="15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7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DBC0C-B514-B793-C72E-CD962B640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44001434-D983-8303-AFB5-8339867DF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3185663"/>
            <a:ext cx="1524000" cy="144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4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22C3F-A534-1C6E-DB46-5BD5EFAB4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10D4D723-37A5-1047-AB33-05BD7BAF2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700" y="3225799"/>
            <a:ext cx="1334931" cy="126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449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12213-D32D-80BD-5F26-04ED48F1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D8C4E240-8C6D-DAC4-7F30-F81E99FC1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301" y="3308000"/>
            <a:ext cx="1168399" cy="111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5747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14</cp:revision>
  <dcterms:created xsi:type="dcterms:W3CDTF">2026-04-20T10:10:15Z</dcterms:created>
  <dcterms:modified xsi:type="dcterms:W3CDTF">2026-04-20T11:38:29Z</dcterms:modified>
</cp:coreProperties>
</file>