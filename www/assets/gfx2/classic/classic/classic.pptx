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EAAB-EAB4-747D-EA3A-6A160857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6DBC185-BC83-EC90-54D3-6DBFDC272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8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1FF33-506D-1D0F-4341-91FFD77C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A0D6A56-0975-3D4E-C319-C1E1360CA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362" y="2699543"/>
            <a:ext cx="2248976" cy="213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40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0FE3-8A5A-43EB-283C-5FBB74D8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515E272-9CD6-9785-0A28-F97D8B87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361" y="2628901"/>
            <a:ext cx="2176373" cy="207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41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54405-7996-FEAA-D70C-24B7658E3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EAA3108F-EED7-9EA5-CB71-16238EB75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561" y="2521707"/>
            <a:ext cx="2038439" cy="193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6CDD-9DF8-446B-3C09-708E16F5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423CF45-0C39-2EF7-9574-4D4DCDDD3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361" y="2425700"/>
            <a:ext cx="1952447" cy="185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8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D7AF-D1B9-5E38-B199-938394FBC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5C9E0C14-7252-B6D9-72B4-EF7CB7D22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461" y="2463800"/>
            <a:ext cx="1858983" cy="176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59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E2833-490B-6AA3-9E4C-1A870960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B6DA477B-FA3C-C9AD-E5F1-4EEEDA28D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61" y="2224322"/>
            <a:ext cx="1670139" cy="158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0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4202-4160-6A00-5195-352EA4AA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E9C5E421-81FD-9DB4-07EE-B857E9944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161" y="2070100"/>
            <a:ext cx="1565239" cy="148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F7029-241D-0FC0-DC1F-C6DFDCF4F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8CB163DA-3874-20FF-4F29-5244A479D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261" y="2013829"/>
            <a:ext cx="1390739" cy="132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5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99E6-342F-E544-C5CE-BA5A7389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C269B043-2EFC-3EBD-D9B9-13BE1EE97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62" y="2031999"/>
            <a:ext cx="1131300" cy="107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5881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3</cp:revision>
  <dcterms:created xsi:type="dcterms:W3CDTF">2026-04-20T10:10:15Z</dcterms:created>
  <dcterms:modified xsi:type="dcterms:W3CDTF">2026-04-20T11:43:17Z</dcterms:modified>
</cp:coreProperties>
</file>