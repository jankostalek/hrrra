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77" r:id="rId4"/>
    <p:sldId id="287" r:id="rId5"/>
    <p:sldId id="288" r:id="rId6"/>
    <p:sldId id="286" r:id="rId7"/>
    <p:sldId id="278" r:id="rId8"/>
    <p:sldId id="279" r:id="rId9"/>
    <p:sldId id="280" r:id="rId10"/>
    <p:sldId id="281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400" d="100"/>
          <a:sy n="400" d="100"/>
        </p:scale>
        <p:origin x="-12906" y="-57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94DD7-0989-9DDE-B023-D79384E1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A6AFDBC-125D-7235-FDFA-AA0211A4E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06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33368-3464-7BCA-5151-1C08E72C0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7BFAF153-C5BF-605C-B35E-8E29BCB87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479" y="2704756"/>
            <a:ext cx="1319674" cy="263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75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0D5AD-0815-06D6-20F3-0459DCC6A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CE286329-CB97-1A5E-9716-BE11A0561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058" y="2627384"/>
            <a:ext cx="1293883" cy="258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99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1038F-1CBA-7D03-0C76-BFFEB2E50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1319238-2DAE-2064-B8EB-00C274D6A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058" y="2627384"/>
            <a:ext cx="1293883" cy="258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FD1B-7BD4-D5F5-FCBA-F7EEF5BE4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95C973C0-21A4-F9AA-3386-0B39547E1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058" y="2627384"/>
            <a:ext cx="1293883" cy="258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0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1A5AD-4CC7-8344-D23A-04B27C13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E083C834-E07C-3AC9-4EA5-1A0187375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058" y="2627384"/>
            <a:ext cx="1293883" cy="258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07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A5964-8229-9878-2F1F-271A193C4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ek 9">
            <a:extLst>
              <a:ext uri="{FF2B5EF4-FFF2-40B4-BE49-F238E27FC236}">
                <a16:creationId xmlns:a16="http://schemas.microsoft.com/office/drawing/2014/main" id="{3C4E6EB1-3694-1200-E266-3D64D834B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911" y="2563090"/>
            <a:ext cx="1358177" cy="271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8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BDF73-6BD3-24BB-B692-7EB4D4E40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ázek 11">
            <a:extLst>
              <a:ext uri="{FF2B5EF4-FFF2-40B4-BE49-F238E27FC236}">
                <a16:creationId xmlns:a16="http://schemas.microsoft.com/office/drawing/2014/main" id="{22D1A2DD-4A44-690B-488A-33B1801D6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871" y="2862490"/>
            <a:ext cx="2226258" cy="211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45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5B42B-8A50-72D0-01D7-573C0B86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>
            <a:extLst>
              <a:ext uri="{FF2B5EF4-FFF2-40B4-BE49-F238E27FC236}">
                <a16:creationId xmlns:a16="http://schemas.microsoft.com/office/drawing/2014/main" id="{F37E31EF-8C2E-E8E8-BC5C-F0F0728A8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230" y="2862490"/>
            <a:ext cx="2226258" cy="211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43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CBD73-0946-6FD9-9158-AE77FCE5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1972C06A-72F3-0FD5-C6EB-9D74A4EEB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3618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0</Words>
  <Application>Microsoft Office PowerPoint</Application>
  <PresentationFormat>Širokoúhlá obrazovka</PresentationFormat>
  <Paragraphs>0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10</cp:revision>
  <dcterms:created xsi:type="dcterms:W3CDTF">2026-04-20T10:10:15Z</dcterms:created>
  <dcterms:modified xsi:type="dcterms:W3CDTF">2026-04-20T11:53:03Z</dcterms:modified>
</cp:coreProperties>
</file>