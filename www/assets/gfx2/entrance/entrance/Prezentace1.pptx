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1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7AC015-84BD-91AD-E02F-6831406F6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E2DB73D-0BBE-426F-9710-F5F9BDAA6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F5B18A-AA92-DE7D-4EC1-AC8536EFD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16075BB-0F74-8617-3F32-0368950C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D3ADFA-4671-98A6-C1F2-2C5D721D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501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8B16D0-F8B7-C470-7464-D5CF1BC1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3FE3F2-95D3-7163-292F-DC211B8CF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FB68C3-E752-82EA-34B3-AD1BE053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7C6744-1D72-407E-45E1-D05699C74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8EB87C-A017-CA5B-3D8D-A165AEB4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904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1EAB71-33F5-67F7-9AD7-3D06B492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9602FC4-500D-38E9-9E6E-CBD1CEC3C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938834-1C6C-28F7-834E-78248473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D394112-2747-930C-EB57-E4515E71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18E034F-5648-014C-879D-9484ECFF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806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D092F6-FA00-1F81-F6E7-C254BBAE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06638A-22FA-FB0F-D260-10EEBDD55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F1F7B2-0412-C398-3B15-969F3E948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8C7DCF4-3C7D-2ABC-436A-46845295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F3FF666-FBFF-6891-F046-BB2D4407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9BB8497-69B9-6A07-5F6B-08C5FA18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825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DECFAB-2790-95F5-B646-50CB8298F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198317-F37F-A414-2C9C-944DE762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FE97CEA-4570-5B66-8288-7D5C6DFED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CB04F05-D498-728E-4BA0-678FEE002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113224E-27C1-8E5C-7ABB-BA97F0C04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25ACF5A-A995-A28A-0282-7A8750EC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5B1275E-A5F5-CE5F-BE21-B3F0B182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8606789-2CC2-60AA-0161-4D72AED9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122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8D8892-93BA-1D0E-F01D-60644199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DBBF949-E4E6-C995-F6B4-2CF71879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7FBC211-FD6C-1D4D-A894-C544B9A5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7BB6CA7-D9BF-F2D6-60A5-9C9E07C6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49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C72D1F1-1E36-F3FC-9310-D22C3A89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6F1E15A-FCB3-63F0-AD73-78A7E729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85AD7FB-424A-F2E5-7F53-35D4C0E6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799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819E01-49B7-5C3C-AAB0-5B002B9A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11F51A-2262-254B-AFBE-E87DB47FA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4134A65-1EB9-62CC-10EF-ADBD63F7A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1712350-52CF-9675-4E66-B6353298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1273D35-17F1-5A0A-0068-29CEA6A9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CAFDEDE-B7E8-0A04-6D7F-28643DB1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672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21576B-C5F1-58BD-9F68-2A47E076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727E286-EAC1-8D63-8E20-238710CBA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CEC47ED-2AFC-877F-3ACE-6753F67C8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6A81FA0-66F9-5AA1-CD39-B593DE29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A844E2A-07C8-4F22-3939-3A0E658C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B4316BD-CF84-ED85-F955-DFCF792E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7797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836954-C66D-C4CC-D2CB-C13FD136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DB20378-73F7-25D8-F5C2-106A75C8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9536A7-C97A-A7DC-813A-D771CC9F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F617B8-0B21-23B6-C623-8BBAF6E5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2F75D88-216B-8A4E-B780-8127708B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233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B57BF41-D063-7657-A035-E314EE18D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E64FE37-509D-6873-6D01-C5144637D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0A32AA-1B3F-BDAC-77CF-4C96B922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D5DEDE-BA0B-EDA0-FB55-444A7F2D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4BFC88-F1C1-FB01-3108-9DF00E5E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545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513D177A-8DC1-4E64-2614-F7FD0DF1F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58D8E7-FDEE-0855-F3E3-34B6B84C3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6FF3B3-053F-5984-451D-354434EB4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D1E2253-043C-A829-FBF9-0A5FF11CD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36231A-B828-A34A-E6B7-59D210E4C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153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8830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E9E39-9B5E-4B92-D76B-0B4E0F34A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376C0DD5-EC13-337C-6B22-9DD42AC6D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371" y="5464133"/>
            <a:ext cx="2949317" cy="280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439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02D22-27ED-14A5-BF6B-CB9F740AF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B8225117-0A3D-3E25-CBA8-184852205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3460" y="4673720"/>
            <a:ext cx="2949317" cy="280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61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A08E6-BBD8-429E-8B7F-9B9C25711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3DA04A4A-7EA4-7B59-544C-C0FF90529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72" y="4255266"/>
            <a:ext cx="2949317" cy="280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7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8375E-E9FF-AC19-292A-A01543088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192DAC2-C272-5E4E-961D-589C63774D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26" y="3921070"/>
            <a:ext cx="2844439" cy="270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073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13E5A-62FE-9840-6624-70A005F4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72815FC5-6775-4347-DCF2-039556085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346" y="3660794"/>
            <a:ext cx="2629719" cy="250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85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21073-340C-FBEB-4FC4-6C3BAD55A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54F128CE-42CA-E606-E670-C9A9CB30A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740" y="3255373"/>
            <a:ext cx="2505732" cy="238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05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98C-64AB-1C30-67A2-8CE33CA33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D31A84B9-2468-792D-CEC7-EB2592705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635" y="3098119"/>
            <a:ext cx="2397243" cy="228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69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C33D7-D9C3-A8E3-A2B9-62FBFFE5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1F025671-06FB-EE45-717E-024639A0B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052" y="2975675"/>
            <a:ext cx="2330445" cy="221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094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5EAAB-EAB4-747D-EA3A-6A160857A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E6DBC185-BC83-EC90-54D3-6DBFDC272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512" y="2851687"/>
            <a:ext cx="2248976" cy="2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88081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Širokoúhlá obrazovka</PresentationFormat>
  <Paragraphs>0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Košťálek Jan</dc:creator>
  <cp:lastModifiedBy>Košťálek Jan</cp:lastModifiedBy>
  <cp:revision>2</cp:revision>
  <dcterms:created xsi:type="dcterms:W3CDTF">2026-04-20T10:10:15Z</dcterms:created>
  <dcterms:modified xsi:type="dcterms:W3CDTF">2026-04-20T11:43:57Z</dcterms:modified>
</cp:coreProperties>
</file>