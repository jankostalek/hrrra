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89" r:id="rId4"/>
    <p:sldId id="277" r:id="rId5"/>
    <p:sldId id="287" r:id="rId6"/>
    <p:sldId id="278" r:id="rId7"/>
    <p:sldId id="290" r:id="rId8"/>
    <p:sldId id="279" r:id="rId9"/>
    <p:sldId id="291" r:id="rId10"/>
    <p:sldId id="280" r:id="rId11"/>
    <p:sldId id="292" r:id="rId12"/>
    <p:sldId id="281" r:id="rId13"/>
    <p:sldId id="293" r:id="rId14"/>
    <p:sldId id="298" r:id="rId15"/>
    <p:sldId id="295" r:id="rId16"/>
    <p:sldId id="296" r:id="rId17"/>
    <p:sldId id="297" r:id="rId18"/>
    <p:sldId id="299" r:id="rId19"/>
    <p:sldId id="300" r:id="rId20"/>
    <p:sldId id="301" r:id="rId21"/>
    <p:sldId id="302" r:id="rId22"/>
    <p:sldId id="303" r:id="rId23"/>
    <p:sldId id="304" r:id="rId24"/>
    <p:sldId id="305" r:id="rId2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4DD7-0989-9DDE-B023-D79384E1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6AFDBC-125D-7235-FDFA-AA0211A4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6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3368-3464-7BCA-5151-1C08E72C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BFAF153-C5BF-605C-B35E-8E29BCB87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79" y="2704756"/>
            <a:ext cx="1319674" cy="2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5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A518-B25B-2AD1-06A2-34F48C16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D25453E5-FD33-304D-B7B1-9D0490621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79" y="2704756"/>
            <a:ext cx="1319674" cy="2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4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D5AD-0815-06D6-20F3-0459DCC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E286329-CB97-1A5E-9716-BE11A0561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9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038F-1CBA-7D03-0C76-BFFEB2E5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1319238-2DAE-2064-B8EB-00C274D6A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5964-8229-9878-2F1F-271A193C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3C4E6EB1-3694-1200-E266-3D64D834B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11" y="2563090"/>
            <a:ext cx="1358177" cy="27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32B0-B1A6-9B02-8E06-BB9D401E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512391F5-E21C-9141-3E6E-4441A0ABA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11" y="2563090"/>
            <a:ext cx="1358177" cy="27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1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DF73-6BD3-24BB-B692-7EB4D4E4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22D1A2DD-4A44-690B-488A-33B1801D6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71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4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E87D-00C7-5A78-E420-C33DAA72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6CB1AA71-5486-424F-A0CB-51C7B9E4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71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B42B-8A50-72D0-01D7-573C0B86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F37E31EF-8C2E-E8E8-BC5C-F0F0728A8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230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1093-DF38-AB9C-C210-FF4FC985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3FBF9B43-B138-FA50-D4E8-3D96EFDB2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230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9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CBD73-0946-6FD9-9158-AE77FCE5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972C06A-72F3-0FD5-C6EB-9D74A4EE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36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5F6E-7CC3-A644-B32A-25C41F45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5CDD7E96-3223-0DE9-E7BB-34979298C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79" y="2704756"/>
            <a:ext cx="1319674" cy="26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3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3FCB-F2EA-B217-66D3-874C540D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DE8603F-2CFD-356B-5AE5-F7CF7F773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058" y="2627384"/>
            <a:ext cx="1293883" cy="258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0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9C57-C75B-CAFE-3E9F-B858EAC7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58293DF6-AA8C-17B7-153A-36FE21374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11" y="2563090"/>
            <a:ext cx="1358177" cy="271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8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1FD6-6669-6E85-FEEA-98F2F73A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C4AE9628-9E83-3006-C959-01D030F17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71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5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2789-FFC4-E398-1BED-DC891885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1107A250-BDD3-476E-1E99-0504ADB16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230" y="2862490"/>
            <a:ext cx="2226258" cy="21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41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3911-593D-9E08-5220-6B919152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58476886-557C-AF47-FBB0-7639FB1EB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090" y="2965681"/>
            <a:ext cx="2019909" cy="192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94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2FF1-14F5-9B02-C266-AB4BDC40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C0229A6-DF50-1C66-DDEE-1857A4ECD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230" y="3068320"/>
            <a:ext cx="1794504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84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FA30-714F-686B-7454-7E31DF08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7C19BF8-A97B-01A2-01D8-64766AF00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571" y="3050262"/>
            <a:ext cx="948829" cy="189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93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4BAAA-72CC-9A28-6453-A9032562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27190A7-2D25-CA3D-1D68-6EBCFF7F7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33" y="3429000"/>
            <a:ext cx="6731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05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E99F-C62B-776B-73A2-75E22725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BE54D941-5D23-2D6A-A294-DB122BE7C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834" y="3342640"/>
            <a:ext cx="538480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81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B0AB9-A612-477E-F5E8-02C667DA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06845625-D646-892E-A3E4-7108DFE8C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167" y="3602357"/>
            <a:ext cx="560113" cy="53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14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12DF-BF06-C90E-5AD3-50B806F0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rázek 13">
            <a:extLst>
              <a:ext uri="{FF2B5EF4-FFF2-40B4-BE49-F238E27FC236}">
                <a16:creationId xmlns:a16="http://schemas.microsoft.com/office/drawing/2014/main" id="{0D1E6849-0E20-3254-922E-A0EA9067A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42153"/>
            <a:ext cx="304800" cy="2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707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Širokoúhlá obrazovka</PresentationFormat>
  <Paragraphs>0</Paragraphs>
  <Slides>24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11</cp:revision>
  <dcterms:created xsi:type="dcterms:W3CDTF">2026-04-20T10:10:15Z</dcterms:created>
  <dcterms:modified xsi:type="dcterms:W3CDTF">2026-05-12T09:10:26Z</dcterms:modified>
</cp:coreProperties>
</file>